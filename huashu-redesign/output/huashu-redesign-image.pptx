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leZxkM/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leZxkM/02-one-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leZxkM/03-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leZxkM/04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leZxkM/05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leZxkM/06-static-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leZxkM/07-r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leZxkM/08-ml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leZxkM/09-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leZxkM/10-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leZxkM/11-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leZxkM/12-appl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leZxkM/13-huash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2026-04-29T01:28:53Z</dcterms:created>
  <dcterms:modified xsi:type="dcterms:W3CDTF">2026-04-29T01:28:53Z</dcterms:modified>
</cp:coreProperties>
</file>