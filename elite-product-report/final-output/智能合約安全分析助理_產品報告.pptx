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2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3-positio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4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5-modul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6-static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7-data-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8-local-in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09-trace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10-case-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11-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xEsVhh/12-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2026-04-30T03:18:56Z</dcterms:created>
  <dcterms:modified xsi:type="dcterms:W3CDTF">2026-04-30T03:18:56Z</dcterms:modified>
</cp:coreProperties>
</file>