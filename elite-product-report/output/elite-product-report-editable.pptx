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智能合約安全分析助理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企業產品狀態報告 · Corporate Professional style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73901" y="1905000"/>
            <a:ext cx="2920901" cy="2793950"/>
          </a:xfrm>
          <a:prstGeom prst="roundRect">
            <a:avLst>
              <a:gd name="adj" fmla="val 2273"/>
            </a:avLst>
          </a:prstGeom>
          <a:solidFill>
            <a:srgbClr val="003366"/>
          </a:solidFill>
          <a:ln w="9525">
            <a:solidFill>
              <a:srgbClr val="0033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37327" y="2143125"/>
            <a:ext cx="2441930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Ready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137327" y="3311128"/>
            <a:ext cx="2441930" cy="97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DD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CLI、Slither、RAG、MLX-ready、Trace 與 CI 已串接。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64401" y="4191000"/>
            <a:ext cx="634901" cy="317450"/>
          </a:xfrm>
          <a:prstGeom prst="roundRect">
            <a:avLst>
              <a:gd name="adj" fmla="val 396062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58052" y="4267200"/>
            <a:ext cx="647599" cy="18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39200" y="4191000"/>
            <a:ext cx="634901" cy="317450"/>
          </a:xfrm>
          <a:prstGeom prst="roundRect">
            <a:avLst>
              <a:gd name="adj" fmla="val 396062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32851" y="4267200"/>
            <a:ext cx="647599" cy="18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13850" y="4191000"/>
            <a:ext cx="634901" cy="317450"/>
          </a:xfrm>
          <a:prstGeom prst="roundRect">
            <a:avLst>
              <a:gd name="adj" fmla="val 396062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7501" y="4267200"/>
            <a:ext cx="647599" cy="18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88501" y="4191000"/>
            <a:ext cx="634901" cy="317450"/>
          </a:xfrm>
          <a:prstGeom prst="roundRect">
            <a:avLst>
              <a:gd name="adj" fmla="val 396062"/>
            </a:avLst>
          </a:prstGeom>
          <a:solidFill>
            <a:srgbClr val="E7F1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382152" y="4267200"/>
            <a:ext cx="647599" cy="18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style: corporate-professional · colors: #003366 / #0078D4 / #F3F2F1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已達產品驗收線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核心流程可以從 Solidity 合約輸入一路跑到可追溯報告輸出。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101" y="2920901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92101" y="388605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passed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8350" y="2920901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708350" y="388605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recall@k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600" y="2920901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24600" y="388605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40701" y="2920901"/>
            <a:ext cx="207258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51.6 MiB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940701" y="476235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 memory peak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2101" y="5079950"/>
            <a:ext cx="9651950" cy="660350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55527" y="5318075"/>
            <a:ext cx="9307601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readout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55527" y="5610225"/>
            <a:ext cx="9307601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可作為正式審計前初篩產品 demo；下一版需補真實專案支援與外部 judge API。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validation: uv run pytest · ruff · eval/run_eval.py · eval/run_judge.py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正式審計前的工程化初篩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產品把靜態分析、檢索、生成與 trace 整合成固定工作流。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793950"/>
            <a:ext cx="2920901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0226" y="3032075"/>
            <a:ext cx="24419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0226" y="3314551"/>
            <a:ext cx="244193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Solidity 開發者、Web3 團隊、資安課程與履歷作品審查。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2750" y="2793950"/>
            <a:ext cx="2920901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86176" y="3032075"/>
            <a:ext cx="24419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job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86176" y="3314551"/>
            <a:ext cx="244193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找出高風險 finding，產出修復建議，保留每個結論來源。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78701" y="2793950"/>
            <a:ext cx="2920901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42127" y="3032075"/>
            <a:ext cx="24419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2127" y="3314551"/>
            <a:ext cx="244193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單檔 Solidity 合約，500 行以內；多檔專案放入 v0.9。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main product promise: faster triage before formal audit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工具做判定，AI 做解釋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Slither finding 是事實來源；LLM 僅生成可追溯的修復說明。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8301" y="3733800"/>
            <a:ext cx="9778901" cy="381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600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7806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0600" y="3505051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.sol 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600" y="3774877"/>
            <a:ext cx="14248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contract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17750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14957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17750" y="3505051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Slither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17750" y="3774877"/>
            <a:ext cx="14248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 + AST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44901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42107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4901" y="3505051"/>
            <a:ext cx="15544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44901" y="3774877"/>
            <a:ext cx="15544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FindingSchema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99150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6357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9150" y="3505051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99150" y="3774877"/>
            <a:ext cx="14248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chunks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26301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23507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26301" y="3505051"/>
            <a:ext cx="15544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MLX-ready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26301" y="3774877"/>
            <a:ext cx="15544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982200" y="3073301"/>
            <a:ext cx="279350" cy="279350"/>
          </a:xfrm>
          <a:prstGeom prst="roundRect">
            <a:avLst>
              <a:gd name="adj" fmla="val 450081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979406" y="312405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82200" y="3505051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82200" y="3774877"/>
            <a:ext cx="14248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1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/ MD / DB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process_flow · transition: fade/morph class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模組邊界跟隨分析生命週期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CLI-first package 讓工具能被終端、CI 與未來 UI 重用。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101" y="2667000"/>
            <a:ext cx="3365450" cy="27304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5527" y="2905125"/>
            <a:ext cx="2895371" cy="154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src/smart_contract_audit/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cli.py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analyzer.py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slither_runner.py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finding_adapter.py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rag/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llm/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validation/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trace/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34000" y="2798713"/>
            <a:ext cx="4953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0" y="2904976"/>
            <a:ext cx="113215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slither_runner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67600" y="290497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solc 檢查、Slither 呼叫、JSON 解析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0" y="3535263"/>
            <a:ext cx="4953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0" y="3641527"/>
            <a:ext cx="1262863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finding_adapter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67600" y="3641527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 映射到 vulnerability_type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34000" y="4271963"/>
            <a:ext cx="4953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0" y="4378226"/>
            <a:ext cx="26201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67600" y="437822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chunks、BM25 fallback、eval fixture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34000" y="5008513"/>
            <a:ext cx="4953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0" y="5114776"/>
            <a:ext cx="402586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67600" y="511477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查詢 finding 證據鏈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mixed content · max 2 columns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正式 finding 來自 Slither detector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未映射 detector 進 trace 供人工複查，避免模型新增不存在的漏洞。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68301" y="2798713"/>
            <a:ext cx="5334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8301" y="2904976"/>
            <a:ext cx="116965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reentrancy-eth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01901" y="290497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reentrancy / 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68301" y="3535263"/>
            <a:ext cx="5334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8301" y="3641527"/>
            <a:ext cx="159076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unchecked-lowlevel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01901" y="3641527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unchecked_external_call / Medium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68301" y="4271963"/>
            <a:ext cx="5334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8301" y="4378226"/>
            <a:ext cx="183395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controlled-delegatecall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01901" y="437822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dangerous_delegatecall / High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68301" y="5008513"/>
            <a:ext cx="5334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8301" y="5114776"/>
            <a:ext cx="184306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controlled-array-length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01901" y="5114776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array_length_manipulation / Medium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23150" y="2946350"/>
            <a:ext cx="2667000" cy="2158901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86576" y="3184475"/>
            <a:ext cx="2182951" cy="137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vulnerability_type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severity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location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evidence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finding_confidence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detector_name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Slither analyzer verified locally: 0.11.5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+ 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髒資料先變成可評測語料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公開審計報告需先分離文字、程式碼與 metadata，再進入檢索。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793950"/>
            <a:ext cx="2793950" cy="180335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06426" y="30320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6426" y="33145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/ HTML / Markdown 分流，保留 Solidity code block。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2793950"/>
            <a:ext cx="2793950" cy="180335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62376" y="30320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2376" y="33145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quality、balanced、fast、fallback 四種模式。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4901" y="2793950"/>
            <a:ext cx="2793950" cy="180335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18327" y="30320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18327" y="33145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eval/run_eval.py 計算正確文件 recall@k。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0" y="4978301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5143500" y="594345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fixture recall@k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three_column_layout + single metric emphasis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先控資源，再控生成品質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MLX-ready 介面預留 Apple Silicon 本地模型與 4-bit 權重量化部署。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8301" y="3022550"/>
            <a:ext cx="207258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 GB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68301" y="48640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8B 4-bit estimate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9100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19100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per finding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355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21355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stop threshold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39200" y="2946350"/>
            <a:ext cx="2133600" cy="20955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02626" y="3184475"/>
            <a:ext cx="163888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Degrade path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02626" y="3466951"/>
            <a:ext cx="1638883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80s fast mode</a:t>
            </a:r>
            <a:endParaRPr lang="en-US" sz="1200" dirty="0"/>
          </a:p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100s fallback mode</a:t>
            </a:r>
            <a:endParaRPr lang="en-US" sz="1200" dirty="0"/>
          </a:p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115s deterministic output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target: 16GB MacBook Pro workflow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每個報告欄位都能查回來源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把 Slither raw、schema、RAG chunks、prompt 與 final report 串成證據鏈。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9950" y="2984450"/>
            <a:ext cx="3619500" cy="203195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33376" y="3222575"/>
            <a:ext cx="3154501" cy="119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slither_raw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normalized_schema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rag_chunk_ids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packed_prompt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llm_raw_output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report_field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1301" y="2793950"/>
            <a:ext cx="3936950" cy="711101"/>
          </a:xfrm>
          <a:prstGeom prst="roundRect">
            <a:avLst>
              <a:gd name="adj" fmla="val 8930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84727" y="3032075"/>
            <a:ext cx="34783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analysis_trace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84727" y="3314551"/>
            <a:ext cx="347830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contract_id、dataset_version、final_status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1301" y="3860750"/>
            <a:ext cx="3936950" cy="711101"/>
          </a:xfrm>
          <a:prstGeom prst="roundRect">
            <a:avLst>
              <a:gd name="adj" fmla="val 8930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4727" y="4098875"/>
            <a:ext cx="34783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trace_findings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4727" y="4381351"/>
            <a:ext cx="347830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per-finding rag_mode、耗時、chunks_used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1301" y="4927550"/>
            <a:ext cx="3936950" cy="711101"/>
          </a:xfrm>
          <a:prstGeom prst="roundRect">
            <a:avLst>
              <a:gd name="adj" fmla="val 8930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84727" y="5165675"/>
            <a:ext cx="34783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trace_lookup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4727" y="5448151"/>
            <a:ext cx="347830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查詢單一 finding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observability: SQLite trace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VulnerableVault：reentrancy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外部 call 發生在餘額歸零前，Slither 映射成 High severity finding。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793950"/>
            <a:ext cx="4825901" cy="24129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06426" y="3032075"/>
            <a:ext cx="4385030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function withdraw() external {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uint256 amount = balances[msg.sender];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(bool success,) = msg.sender.call{value: amount}("");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require(success, "transfer failed");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balances[msg.sender] = 0;</a:t>
            </a:r>
            <a:endParaRPr lang="en-US" sz="10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1A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21401" y="2925663"/>
            <a:ext cx="3810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1401" y="3031927"/>
            <a:ext cx="664297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5001" y="3031927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reentrancy-eth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21401" y="3687663"/>
            <a:ext cx="3810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1401" y="3793927"/>
            <a:ext cx="64547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5001" y="3793927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VulnerableVault.sol:11-16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1401" y="4449663"/>
            <a:ext cx="3810000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1401" y="4555927"/>
            <a:ext cx="196587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5001" y="4555927"/>
            <a:ext cx="3173629" cy="178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checks-effects-interactions + nonReentrant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before/after evidence card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自動化測試覆蓋核心路徑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單元測試、lint、RAG eval、judge eval 與 E2E 資源觀測都已納入驗收。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21920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passed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81000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ruff passed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 passed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91600" y="3022550"/>
            <a:ext cx="207258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991600" y="3987701"/>
            <a:ext cx="207258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RSS bytes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19200" y="5181600"/>
            <a:ext cx="9651950" cy="12650"/>
          </a:xfrm>
          <a:prstGeom prst="rect">
            <a:avLst/>
          </a:prstGeom>
          <a:solidFill>
            <a:srgbClr val="D2D0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5384750"/>
            <a:ext cx="98449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commands: uv run pytest · uv run ruff check . · uv run python eval/run_eval.py · uv run python eval/run_judge.py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metrics_dashboard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01" y="482501"/>
            <a:ext cx="10312301" cy="253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901601"/>
            <a:ext cx="829050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9701" y="1099989"/>
            <a:ext cx="10492740" cy="7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下一版提高真實專案可用性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39701" y="1995339"/>
            <a:ext cx="8290509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spcBef>
                <a:spcPts val="1300"/>
              </a:spcBef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優先補專案相容性與外部評測，再擴大生成能力。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101" y="2870150"/>
            <a:ext cx="2793950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5527" y="31082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v0.8 Completed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5527" y="33907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CLI、Slither、RAG fixture、MLX-ready、Trace、CI。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2870150"/>
            <a:ext cx="2793950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62376" y="31082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v0.9 Priority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2376" y="33907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Foundry/Hardhat、多檔 import、Mythril、外部 judge API。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2870150"/>
            <a:ext cx="2793950" cy="190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2D0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69226" y="3108275"/>
            <a:ext cx="23124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69226" y="3390751"/>
            <a:ext cx="231244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公開審計報告 corpus、Dense retrieval、報告審核 UI。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701" y="6278761"/>
            <a:ext cx="10312598" cy="0"/>
          </a:xfrm>
          <a:prstGeom prst="line">
            <a:avLst/>
          </a:prstGeom>
          <a:noFill/>
          <a:ln w="9525">
            <a:solidFill>
              <a:srgbClr val="D2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701" y="6372374"/>
            <a:ext cx="10518850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977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timeline_slide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2026-04-29T08:29:48Z</dcterms:created>
  <dcterms:modified xsi:type="dcterms:W3CDTF">2026-04-29T08:29:48Z</dcterms:modified>
</cp:coreProperties>
</file>