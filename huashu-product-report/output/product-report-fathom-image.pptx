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zvnc1c/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zvnc1c/02-executive-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zvnc1c/03-product-sc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zvnc1c/04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zvnc1c/05-module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zvnc1c/06-static-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zvnc1c/07-data-r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zvnc1c/08-local-infer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zvnc1c/09-trace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zvnc1c/10-case-stu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zvnc1c/11-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z6/2_6_sfxs2c5fq0qysjz5rv7c0000gn/T/deck-pptx-zvnc1c/12-risk-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2026-04-29T08:05:32Z</dcterms:created>
  <dcterms:modified xsi:type="dcterms:W3CDTF">2026-04-29T08:05:32Z</dcterms:modified>
</cp:coreProperties>
</file>